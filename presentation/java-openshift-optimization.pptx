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talk is about closing the gap between how Java was designed — owning the whole machine — and how it actually runs in Kubernetes — sharing a cgroup with 20 other pods. Everything has a live demo. All slides, code, and demos are in the GitHub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sections, three live demos in the core 60 minutes, six bonus demos for extended sessions. The repo has all nine.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statistics come from real customer environments. Spring Boot's 4-8s cold start comes from classpath scanning, auto-configuration resolution, and bean initialization at runtime. That's where AppCDS and Leyden give the biggest wins.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section covers the foundational container JVM fix that everything else builds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UseContainerSupport is the foundational fix. It's been on by default since Java 10 but most teams don't know about MaxRAMPercentage. The old -Xmx approach breaks silently whenever a VPA changes the container limit.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Setting 90% starves Metaspace and Netty buffers — OOMKills even when your heap metric looks fine. Spring Boot's auto-configuration loads many classes at startup, so Metaspace usage is on the higher end. Measure with: jcmd pid VM.native_memory summary.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insight: requests and limits serve different purposes. Requests are for the scheduler. Limits are for safety.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teams set requests and limits equal — that gives Guaranteed QoS (good for CPU Manager) but no GC surge headroom. Demo 07 shows this analysis on a real 7-service cluster.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node, same 16GB of RAM. This slide should be your 'business case' slide when talking to your manager.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GC is where container JVM behavior diverges most from developer laptops.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ParallelGCThreads problem is the most surprising. Write this down: -XX:ParallelGCThreads=N where N equals resources.requests.cpu. This costs nothing and immediately improves GC pause duration.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P99 pause &gt; 500ms, switch from G1GC to ZGC or Shenandoah. Don't tune G1GC parameters hoping to get there — switch the algorithm.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ParallelGCThreads is the most commonly missed flag. Set it equal to your CPU limit. Always. The JAVA_OPTS pattern in the Dockerfile ENTRYPOINT lets you override at deploy time without rebuilding.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Spring Boot does a LOT of work at startup. That's actually good news — it means AppCDS has more to cache.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typical Spring Boot app loads 10,000–15,000 classes at startup. Every one benefits from the CDS archive. The spring.context.exit=onRefresh property is key — it tells Spring to exit after context init so we capture the full class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training stage runs Spring Boot just long enough to load all classes, then dumps the CDS archive. At runtime, the JVM memory-maps the archive for near-instant class loading. This is a Dockerfile-only change with zero application code modifications.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property in Spring Boot: spring.threads.virtual.enabled=true. This switches Tomcat's executor to virtual threads globally. A REST service that needed 512m for 200 platform threads can handle 10,000 virtual threads with the same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can't tune what you can't see. This section covers the three lines of configuration that unlock full JVM observability.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histogram configuration is not optional. The counter tells you 'GC happened 40 times'. The histogram tells you 'GC P99 was 800ms — fire an alert'. Set this before your next deployment.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management.metrics.tags.application property tags every metric with your app name, which lets you filter in Grafana when running multiple services. The percentiles-histogram property is the one most teams miss.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Scale on RPS not CPU. GC pauses create CPU spikes — CPU-based HPA treats those as load signals.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Scale on RPS not CPU. GC pauses create CPU spikes — CPU-based HPA treats those as load signals and scales out. The 120s stabilisation window is longer than any normal GC pause. minReplicas:2 — one extra pod, zero downtime during GC pause.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change at a time. Measure before and after. Commit or revert based on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accumulate five JVM flags without measuring each one, you can't attribute any improvement to any flag. The 35-55% number is specific to Spring Boot.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table top to bottom. Emphasize that every row is a configuration change — not an architectural rewrite. For a team with 10 microservices, budget two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live demos in the core 60 minutes. Six bonus demos for extended sessions.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01 is the foundational fix. Everything else in this talk builds on getting this right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02 brings in the full Grafana LGTM stack. Key moment: show the GC pause histogram panel — without the percentiles-histogram property it's blank. End with virtual threads: 500 concurrent tasks, only a handful of platform threads.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35-55% improvement is much larger for Spring Boot than for build-time frameworks (~5%). Spring Boot loads 10,000-15,000 classes at startup — every one benefits from the CDS archive.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one slowly. This is the audience's callback for their own environments.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Slides and all demos are in the GitHub repo. PRs welcome — especially if a demo breaks on your platform.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Leyden is the successor to AppCDS — same concept, richer cache.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Leyden stays on the JVM — full reflection, dynamic loading, JIT all continue to work. Native is the closed-world AOT option. Unlike some frameworks that wrap this in a single property, Spring Boot requires explicit -XX:AOTMode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two -XX:AOTMode steps are the key difference. The record step runs the app and captures a profile. The create step builds the cache. The sleep-and-kill pattern lets the app exercise its auto-configuration, then exit.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JDK 25 preview. Unlike Quarkus which has a single property toggle, Spring Boot requires the explicit two-step workflow. Show the 3-stage Dockerfile — the training stage is the key insight.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localhost result is expected. Show it — hiding it would be dishonest. In production with pod-to-pod latency, gRPC wins 3-4x.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localhost result is expected. Show it — hiding it would be dishonest. In production with pod-to-pod latency, gRPC wins 3-4x on throughput and 73% on p50 latency. The streaming comparison is real regardless of where you run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Spring Boot 4.0 added first-party gRPC support. The @GrpcService annotation registers the service automatically. Demo 05 runs both REST and gRPC endpoints in the same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localhost, gRPC unary will be SLOWER than REST because network cost is zero and HTTP/2 has higher setup overhead. Focus the audience on wire size: JSON ~400 bytes vs Protobuf ~40 bytes.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app, same heap, same Spring Boot config. Different GC = different production behaviour.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app, same heap, same Spring Boot config. ZGC will show lower throughput — that's the load barrier cost. The meaningful metric is the GC pause delta.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demo makes the GC theory concrete. Two identical apps, same heap, different GC. The key insight: ZGC pauses are sub-millisecond regardless of heap size.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money slide — literally.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$80,640/year from one cluster, one afternoon of analysis. That's not a rounding error. The ROI argument: $6,720 saving for ~$400 engineering time = 17x return.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money slide — literally. One afternoon of measurement can save $80K/year per cluster. No containers needed for this demo, just Python.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FFM is production-ready in JDK 22, stable in JDK 25. No --enable-preview required.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Arena is the key safety feature. Everything allocated in a confined arena is freed when it closes. You cannot leak if you use try-with-resources. allocateFrom() — not allocateArray(). The preview API was renamed at 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Panama FFM code is identical whether you use Spring Boot or any other framework. The Spring Boot wrapper just exposes it via REST. The 3-stage Dockerfile: UBI9 compiles C++, Temurin 25 builds Java, slim JRE runs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Panama FFM replaces JNI entirely — no javah, no native headers. Arena-managed memory: allocate, call C++, Arena closes automatically. Show the REST endpoints that expose native computation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inference as a single Spring Boot deployment unit. No GPU. No Python sidecar.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LangChain4j with ONNX Runtime lets you run AI inference on the JVM without a Python sidecar. The MiniLM-L6-v2 model is small enough for CPU inference. Key sizing: the ONNX model loads ~100MB into native memory — drop MaxRAMPercentage to 65%.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punchline: AI inference as a single Spring Boot deployment unit. ~30ms per embedding on CPU. Practical for semantic search, classification, and RAG retrieval without a separate inference 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Valhalla doesn't change how you write code — it changes what the JVM does with your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List of Points written today will automatically get better memory layout on a Valhalla JVM if Point is a value class. For Spring Boot apps with large in-memory caches, Valhalla will significantly reduce heap usage and GC pressure.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Pick 2-3 from each category that resonate with your audience. Ask for a show of hands.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Spring Boot-specific anti-patterns: not using spring.context.exit=onRefresh means you miss half the classes. Not enabling Actuator/Prometheus means you're flying blind.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on this slide is a drop-in change. No application code. No architectural redesign. Configuration and build pipeline changes only. The golden rule: one change at a time, measure before and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cover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0" y="1810512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6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60-MINUTE DEEP DIVE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440680" y="2212848"/>
            <a:ext cx="63550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Taming the JVM: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Optimizing Spring Boot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486400" y="4069080"/>
            <a:ext cx="6126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Workloads on OpenShift &amp; Kubernetes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0" y="4663440"/>
            <a:ext cx="6126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Spring Boot 4.0.5  |  Java 21 &amp; 25 LTS  |  AppCDS + Leyden  |  Virtual Threads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835640" y="534924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r01.0</a:t>
            </a:r>
            <a:endParaRPr lang="en-US" sz="1100" dirty="0"/>
          </a:p>
        </p:txBody>
      </p:sp>
      <p:pic>
        <p:nvPicPr>
          <p:cNvPr id="8" name="Image 1" descr="./assets/logo-candidat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6217920"/>
            <a:ext cx="1417320" cy="3383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OVERVIEW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Agenda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548640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Container-Native JVM Fundamentals</a:t>
            </a:r>
            <a:endParaRPr lang="en-US" sz="16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Right-Sizing Java Workloads</a:t>
            </a:r>
            <a:endParaRPr lang="en-US" sz="16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Garbage Collection Optimization</a:t>
            </a:r>
            <a:endParaRPr lang="en-US" sz="16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Startup Time Reduction (AppCDS)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19088" y="1691640"/>
            <a:ext cx="548640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Observability &amp; Instrumentation</a:t>
            </a:r>
            <a:endParaRPr lang="en-US" sz="16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Autoscaling Integration</a:t>
            </a:r>
            <a:endParaRPr lang="en-US" sz="16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Systematic Tuning &amp; Cost ROI</a:t>
            </a:r>
            <a:endParaRPr lang="en-US" sz="16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Bonus: Leyden · gRPC · Latency · Panama · Valhalla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3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Why Java + Kubernetes = Complexity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55096" cy="4434840"/>
        </p:xfrm>
        <a:graphic>
          <a:graphicData uri="http://schemas.openxmlformats.org/drawingml/2006/table">
            <a:tbl>
              <a:tblPr/>
              <a:tblGrid>
                <a:gridCol w="914400"/>
                <a:gridCol w="2011680"/>
                <a:gridCol w="8129016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60%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of Java apps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Overprovision memory — JVM reads /proc/meminfo, sees the NODE's full RAM.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4–8s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typical cold start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Spring Boot classpath scanning, auto-configuration resolution, bean init.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2–3×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infra waste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Poor bin-packing from over-requested containers. Half the cloud bill is waste.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$$$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cloud spend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Unnecessary spend each month — usually five or six figures annually per org.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66928" y="5166360"/>
            <a:ext cx="11055096" cy="731520"/>
          </a:xfrm>
          <a:prstGeom prst="rect">
            <a:avLst/>
          </a:prstGeom>
          <a:solidFill>
            <a:srgbClr val="FFF7E6"/>
          </a:solidFill>
          <a:ln w="12700">
            <a:solidFill>
              <a:srgbClr val="B36B00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566928" y="5166360"/>
            <a:ext cx="54864" cy="731520"/>
          </a:xfrm>
          <a:prstGeom prst="rect">
            <a:avLst/>
          </a:prstGeom>
          <a:solidFill>
            <a:srgbClr val="B36B00"/>
          </a:solidFill>
          <a:ln w="12700">
            <a:solidFill>
              <a:srgbClr val="B36B00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5202936"/>
            <a:ext cx="1078077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B36B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⚡  PERFORMANCE</a:t>
            </a:r>
            <a:endParaRPr lang="en-US" sz="10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Default JVM reads /proc/meminfo and sees the NODE's full RAM — claims 64 GB heap inside a 512 MB container → OOMKill.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01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Container-Native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JVM Fundamentals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UseContainerSupport + MaxRAMPercentage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5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SECTION 01 · FUNDAMENTALS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Container-Native JVM — Before &amp; After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548640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❌ Hardcoded -Xms512m -Xmx2048m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JVM reads /proc/meminfo → host RAM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Claims 64GB inside 512MB container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Breaks with resize / VPA changes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19088" y="1691640"/>
            <a:ext cx="548640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✅ -XX:MaxRAMPercentage=75.0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-XX:InitialRAMPercentage=50.0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-XX:MinRAMPercentage=25.0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-XX:NativeMemoryTracking=summary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66928" y="5166360"/>
            <a:ext cx="11055096" cy="731520"/>
          </a:xfrm>
          <a:prstGeom prst="rect">
            <a:avLst/>
          </a:prstGeom>
          <a:solidFill>
            <a:srgbClr val="FFF7E6"/>
          </a:solidFill>
          <a:ln w="12700">
            <a:solidFill>
              <a:srgbClr val="B36B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5166360"/>
            <a:ext cx="54864" cy="731520"/>
          </a:xfrm>
          <a:prstGeom prst="rect">
            <a:avLst/>
          </a:prstGeom>
          <a:solidFill>
            <a:srgbClr val="B36B00"/>
          </a:solidFill>
          <a:ln w="12700">
            <a:solidFill>
              <a:srgbClr val="B36B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9808" y="5202936"/>
            <a:ext cx="1078077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B36B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⚡  PERFORMANCE</a:t>
            </a:r>
            <a:endParaRPr lang="en-US" sz="10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UseContainerSupport is ON by default in Java 21. Reads cgroup v2 limits. Never hardcode -Xmx in containers.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6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SECTION 01 · MEMORY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JVM Memory Regions — Six Buckets, Not One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55096" cy="4434840"/>
        </p:xfrm>
        <a:graphic>
          <a:graphicData uri="http://schemas.openxmlformats.org/drawingml/2006/table">
            <a:tbl>
              <a:tblPr/>
              <a:tblGrid>
                <a:gridCol w="914400"/>
                <a:gridCol w="2377440"/>
                <a:gridCol w="7763256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Heap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Old + Young Gen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50–75% of container — controlled by MaxRAMPercentage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Meta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Metaspace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80–250 MB — Spring Boot loads more classes than build-time frameworks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Stacks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Platform Threads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1 MB/thread — 200 threads = 200 MB off-heap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Native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JIT + GC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100–300 MB — not directly controlled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Direct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ByteBuffers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Netty / NIO — varies with I/O patterns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GC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Bookkeeping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50–100 MB — card tables, remembered sets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MaxRAMPercentage=75 controls ONLY the heap. The remaining 25% must cover five other regions.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02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Right-Sizing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Java Workloads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requests vs limits, bin-packing, cost impact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8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SECTION 02 · RIGHT-SIZING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Requests vs Limits — Two Different Jobs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548640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requests = scheduling guarantee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Scheduler uses this to find a node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Set to P50 steady-state RSS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Too high → pods can't schedule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19088" y="1691640"/>
            <a:ext cx="548640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limits = hard ceiling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Memory exceeded → OOMKill (exit 137)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Set memory limit 25-30% above P99 RSS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Set CPU limit 2-4× request for GC spikes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66928" y="5166360"/>
            <a:ext cx="11055096" cy="731520"/>
          </a:xfrm>
          <a:prstGeom prst="rect">
            <a:avLst/>
          </a:prstGeom>
          <a:solidFill>
            <a:srgbClr val="FFF7E6"/>
          </a:solidFill>
          <a:ln w="12700">
            <a:solidFill>
              <a:srgbClr val="B36B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5166360"/>
            <a:ext cx="54864" cy="731520"/>
          </a:xfrm>
          <a:prstGeom prst="rect">
            <a:avLst/>
          </a:prstGeom>
          <a:solidFill>
            <a:srgbClr val="B36B00"/>
          </a:solidFill>
          <a:ln w="12700">
            <a:solidFill>
              <a:srgbClr val="B36B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9808" y="5202936"/>
            <a:ext cx="1078077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B36B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⚡  PERFORMANCE</a:t>
            </a:r>
            <a:endParaRPr lang="en-US" sz="10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Demo 07: 7-workload analysis · 4 nodes → 2 nodes · +67% pod density · $6,720/month saving · 17× ROI.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9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SECTION 02 · BIN-PACKING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Pod Density — Before &amp; After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548640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❌ Before: 3 pods / node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Each JVM claims 4GB heap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16GB node · 75% utilization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4GB wasted per node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19088" y="1691640"/>
            <a:ext cx="548640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✅ After: 8 pods / node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Each JVM correctly claims 1.5GB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16GB node · 94% utilization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2.7× more pods per node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66928" y="5166360"/>
            <a:ext cx="11055096" cy="731520"/>
          </a:xfrm>
          <a:prstGeom prst="rect">
            <a:avLst/>
          </a:prstGeom>
          <a:solidFill>
            <a:srgbClr val="FFF7E6"/>
          </a:solidFill>
          <a:ln w="12700">
            <a:solidFill>
              <a:srgbClr val="B36B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5166360"/>
            <a:ext cx="54864" cy="731520"/>
          </a:xfrm>
          <a:prstGeom prst="rect">
            <a:avLst/>
          </a:prstGeom>
          <a:solidFill>
            <a:srgbClr val="B36B00"/>
          </a:solidFill>
          <a:ln w="12700">
            <a:solidFill>
              <a:srgbClr val="B36B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9808" y="5202936"/>
            <a:ext cx="1078077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B36B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⚡  PERFORMANCE</a:t>
            </a:r>
            <a:endParaRPr lang="en-US" sz="10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Same application, same functionality. Half the nodes needed = half the cloud bill.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03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Garbage Collection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Optimization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G1GC · Shenandoah · ZGC · Container gotchas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11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SECTION 03 · GC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GC in Containers — Four Challenges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11055096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CPU Throttling Extends GC — CPU limits throttle GC threads mid-pause. 100ms G1GC → 400ms under throttle.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ParallelGCThreads Default — JVM defaults to host CPU count. 64-core node + 4 CPU limit = 64 threads.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GC-Induced HPA Thrash — GC pause → CPU spike → HPA fires → new pods GC → repeat.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Heap Sizing vs GC Pressure — Small heap = frequent GC. Too large = infrequent but long. Start at 75%.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12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SECTION 03 · GC SELECTION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GC Selection Guide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55096" cy="443484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7214616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G1GC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50–300ms pauses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General purpose, Temurin/Corretto default. -XX:+UseG1GC -XX:MaxGCPauseMillis=200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Shenandoah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1–20ms pauses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UBI9 default — Red Hat images ship this. -XX:+UseShenandoahGC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066CC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ZGC (Gen)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&lt;1ms pauses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Low-latency APIs, any heap size. -XX:+UseZGC -XX:+ZGenerational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Serial GC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STW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CLI tools, batch, &lt;256MB heap only. -XX:+UseSerialGC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UBI9 ships Shenandoah. Demos 02 and 06 override to G1GC / ZGC for clean comparison.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13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SECTION 03 · GC TUNING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7223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GC Tuning Parameters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882128" y="969264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bash · Dockerfile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1055096" cy="42519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83080"/>
            <a:ext cx="10689336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Match GC threads to CPU limit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-XX:ParallelGCThreads=4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-XX:ConcGCThreads=2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G1GC tuning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-XX:MaxGCPauseMillis=200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-XX:G1HeapRegionSize=4m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ZGC — no tuning needed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-XX:+UseZGC -XX:+ZGenerational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Spring Boot Dockerfile ENTRYPOINT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ENTRYPOINT ["sh", "-c", "java $JAVA_OPTS -jar app.jar"]
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The JAVA_OPTS pattern lets you override at deploy time via Kubernetes env vars.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04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Startup Time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Reduction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AppCDS · 3-stage build · Virtual Threads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15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SECTION 04 · STARTUP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Spring Boot Startup Breakdown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55096" cy="4434840"/>
        </p:xfrm>
        <a:graphic>
          <a:graphicData uri="http://schemas.openxmlformats.org/drawingml/2006/table">
            <a:tbl>
              <a:tblPr/>
              <a:tblGrid>
                <a:gridCol w="1280160"/>
                <a:gridCol w="2743200"/>
                <a:gridCol w="70317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1.5–3s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Class loading + verification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Spring Boot loads 10,000–15,000 classes at startup (vs 3,000–5,000 for build-time frameworks)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0.5–1.5s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Auto-config resolution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Classpath scanning, condition evaluation, auto-configuration ordering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1–2s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Bean instantiation &amp; DI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Dependency injection graph construction and bean initialization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0.5–1s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Embedded Tomcat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Connector start, SSL initialization, request handler registration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4–8s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Total baseline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With AppCDS: 2–4s (35–55% reduction). Zero code changes.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16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SECTION 04 · APPCDS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7223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AppCDS — 3-Stage Dockerfile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882128" y="969264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Dockerfile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1055096" cy="42519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83080"/>
            <a:ext cx="10689336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Stage 1: Build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FROM registry.access.redhat.com/ubi9/openjdk-21 AS builder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COPY pom.xml . &amp;&amp; COPY src ./src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RUN mvn package -DskipTests -q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Stage 2: CDS Training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FROM ubi9/openjdk-21 AS cds-trainer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COPY --from=builder /build/target/*.jar /app/app.jar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RUN java -Dspring.context.exit=onRefresh \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  -XX:ArchiveClassesAtExit=app-cds.jsa -jar app.jar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Stage 3: Runtime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FROM ubi9/openjdk-21-runtime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COPY --from=cds-trainer /app/app.jar /app/app-cds.jsa .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ENTRYPOINT ["sh", "-c", "java $JAVA_OPTS -Xshare:on \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-XX:SharedArchiveFile=app-cds.jsa -jar app.jar"]
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35–55% startup reduction — the more classes your app loads, the bigger the win.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17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SECTION 04 · VIRTUAL THREADS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spring.threads.virtual.enabled=true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548640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JEP 444 — Java 21, one property in Spring Boot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Switches Tomcat executor to virtual threads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@Async methods use virtual threads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Scheduled tasks use virtual threads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19088" y="1691640"/>
            <a:ext cx="548640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Platform thread stacks: 1MB each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200 threads = 200MB off-heap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Virtual thread stacks → in heap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10,000 concurrent I/O tasks, same memory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66928" y="5166360"/>
            <a:ext cx="11055096" cy="731520"/>
          </a:xfrm>
          <a:prstGeom prst="rect">
            <a:avLst/>
          </a:prstGeom>
          <a:solidFill>
            <a:srgbClr val="FFF7E6"/>
          </a:solidFill>
          <a:ln w="12700">
            <a:solidFill>
              <a:srgbClr val="B36B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5166360"/>
            <a:ext cx="54864" cy="731520"/>
          </a:xfrm>
          <a:prstGeom prst="rect">
            <a:avLst/>
          </a:prstGeom>
          <a:solidFill>
            <a:srgbClr val="B36B00"/>
          </a:solidFill>
          <a:ln w="12700">
            <a:solidFill>
              <a:srgbClr val="B36B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9808" y="5202936"/>
            <a:ext cx="1078077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B36B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⚡  PERFORMANCE</a:t>
            </a:r>
            <a:endParaRPr lang="en-US" sz="10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Caveat: avoid synchronized + I/O (pins carrier thread) — use ReentrantLock instead.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05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Observability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Instrumentation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JFR · Actuator · Micrometer · Prometheus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19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SECTION 05 · OBSERVABILITY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You Can't Tune What You Can't See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11055096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JFR (JDK Flight Recorder) — built-in, &lt;1% overhead, GC events, allocations, IO. jcmd pid JFR.start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Cryostat — OpenShift-native JFR management via Kubernetes operator. Auto-discover pods.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Actuator + Micrometer — spring-boot-starter-actuator + micrometer-registry-prometheus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Essential: jvm_gc_pause_seconds P99 &gt;500ms → switch GC. jvm_memory_used_bytes → heap + off-heap.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66928" y="5166360"/>
            <a:ext cx="11055096" cy="731520"/>
          </a:xfrm>
          <a:prstGeom prst="rect">
            <a:avLst/>
          </a:prstGeom>
          <a:solidFill>
            <a:srgbClr val="FFF7E6"/>
          </a:solidFill>
          <a:ln w="12700">
            <a:solidFill>
              <a:srgbClr val="B36B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66928" y="5166360"/>
            <a:ext cx="54864" cy="731520"/>
          </a:xfrm>
          <a:prstGeom prst="rect">
            <a:avLst/>
          </a:prstGeom>
          <a:solidFill>
            <a:srgbClr val="B36B00"/>
          </a:solidFill>
          <a:ln w="12700">
            <a:solidFill>
              <a:srgbClr val="B36B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5202936"/>
            <a:ext cx="1078077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B36B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⚡  PERFORMANCE</a:t>
            </a:r>
            <a:endParaRPr lang="en-US" sz="10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Required: management.metrics.distribution.percentiles-histogram.jvm.gc.pause=true — without this, Grafana GC panels show no data.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20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SECTION 05 · ACTUATOR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7223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Spring Boot Actuator Configuration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882128" y="969264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properties · xml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1055096" cy="42519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83080"/>
            <a:ext cx="10689336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application.properties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management.endpoints.web.exposure.include=\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health,info,prometheus,metrics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GC pause histogram (required!)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management.metrics.distribution.\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percentiles-histogram.jvm.gc.pause=true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Tag all metrics with app name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management.metrics.tags.application=\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${spring.application.name}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&lt;!-- pom.xml --&gt;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&lt;!-- spring-boot-starter-actuator --&gt;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&lt;!-- micrometer-registry-prometheus --&gt;
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Two dependencies and three lines of configuration — that's the entire observability setup.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06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Autoscaling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Integration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HPA with JVM-aware metrics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22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SECTION 06 · AUTOSCALING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7223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HPA with JVM-Aware Metrics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882128" y="969264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yaml · Kubernetes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1055096" cy="42519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83080"/>
            <a:ext cx="10689336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spec: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minReplicas: 2     # NEVER 1 — single pod + GC STW = 100% downtime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behavior: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  scaleUp: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    stabilizationWindowSeconds: 120  # Absorb GC spikes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    policies: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    - type: Pods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      value: 2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      periodSeconds: 60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  scaleDown: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    stabilizationWindowSeconds: 300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metrics: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- type: External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  external: { metric: { name: http_requests_per_second } }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- type: External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  external: { metric: { name: jvm_memory_used_ratio } }
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minReplicas:2 is the single cheapest reliability improvement.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07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Systematic Tuning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&amp; Cost ROI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Measure → tune → validate → repeat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24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SECTION 07 · TUNING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Systematic Tuning Workflow</a:t>
            </a:r>
            <a:endParaRPr lang="en-US" sz="3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55096" cy="4434840"/>
        </p:xfrm>
        <a:graphic>
          <a:graphicData uri="http://schemas.openxmlformats.org/drawingml/2006/table">
            <a:tbl>
              <a:tblPr/>
              <a:tblGrid>
                <a:gridCol w="548640"/>
                <a:gridCol w="1828800"/>
                <a:gridCol w="8677656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1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Instrument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Add Actuator + Micrometer + Prometheus. Enable GC pause histogram.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2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Baseline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Measure RSS, GC pauses, startup time under realistic load for 15–30 min.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3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Diagnose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Identify the bottleneck: memory, GC pauses, startup, thread count.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4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Tune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Change ONE flag. MaxRAMPercentage, ParallelGCThreads, AppCDS, etc.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5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Validate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Re-measure. Compare before/after. Commit or revert based on data.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66928" y="5166360"/>
            <a:ext cx="11055096" cy="731520"/>
          </a:xfrm>
          <a:prstGeom prst="rect">
            <a:avLst/>
          </a:prstGeom>
          <a:solidFill>
            <a:srgbClr val="FFF7E6"/>
          </a:solidFill>
          <a:ln w="12700">
            <a:solidFill>
              <a:srgbClr val="B36B00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566928" y="5166360"/>
            <a:ext cx="54864" cy="731520"/>
          </a:xfrm>
          <a:prstGeom prst="rect">
            <a:avLst/>
          </a:prstGeom>
          <a:solidFill>
            <a:srgbClr val="B36B00"/>
          </a:solidFill>
          <a:ln w="12700">
            <a:solidFill>
              <a:srgbClr val="B36B00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5202936"/>
            <a:ext cx="1078077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B36B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⚡  PERFORMANCE</a:t>
            </a:r>
            <a:endParaRPr lang="en-US" sz="10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The 35–55% startup reduction from AppCDS is specific to Spring Boot — much bigger than build-time frameworks (~5%).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25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SECTION 07 · COST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Cost Optimization Checklist</a:t>
            </a:r>
            <a:endParaRPr lang="en-US" sz="3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55096" cy="4434840"/>
        </p:xfrm>
        <a:graphic>
          <a:graphicData uri="http://schemas.openxmlformats.org/drawingml/2006/table">
            <a:tbl>
              <a:tblPr/>
              <a:tblGrid>
                <a:gridCol w="1097280"/>
                <a:gridCol w="3291840"/>
                <a:gridCol w="6665976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30 min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MaxRAMPercentage=75 + right-size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40–60% memory savings — prevents OOMKill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2 hrs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AppCDS multi-stage Dockerfile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35–55% faster startup — zero code changes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5 min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ParallelGCThreads = CPU limit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30–50% shorter GC pauses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1 min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spring.threads.virtual.enabled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50% thread stack savings — one property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1 hr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HPA on RPS, not CPU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Eliminates GC-induced thrash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30 min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GC pause histogram alerting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Catch issues before users do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66928" y="5166360"/>
            <a:ext cx="11055096" cy="731520"/>
          </a:xfrm>
          <a:prstGeom prst="rect">
            <a:avLst/>
          </a:prstGeom>
          <a:solidFill>
            <a:srgbClr val="FFF7E6"/>
          </a:solidFill>
          <a:ln w="12700">
            <a:solidFill>
              <a:srgbClr val="B36B00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566928" y="5166360"/>
            <a:ext cx="54864" cy="731520"/>
          </a:xfrm>
          <a:prstGeom prst="rect">
            <a:avLst/>
          </a:prstGeom>
          <a:solidFill>
            <a:srgbClr val="B36B00"/>
          </a:solidFill>
          <a:ln w="12700">
            <a:solidFill>
              <a:srgbClr val="B36B00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5202936"/>
            <a:ext cx="1078077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B36B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⚡  PERFORMANCE</a:t>
            </a:r>
            <a:endParaRPr lang="en-US" sz="10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Total estimated effort: ~4 hours for a typical Spring Boot microservice. Every change is configuration, not code.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DEMO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Live Demos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Core: Demos 01–03 · Bonus: Demos 04–09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27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DEMO 01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Container-Aware Heap Sizing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11055096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Run WITHOUT UseContainerSupport → JVM claims host RAM → OOMKill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Run WITH UseContainerSupport + MaxRAMPercentage=75 → respects 512MB limit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Live jcmd output showing heap sizes before and after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OOMKill simulation when JVM ignores container limits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cd demo-01-heap-sizing &amp;&amp; ./demo.sh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28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DEMO 02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GC Monitoring with Prometheus &amp; Grafana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11055096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Spring Boot 4.0.5 + Actuator + Micrometer + Grafana LGTM stack</a:t>
            </a:r>
            <a:endParaRPr lang="en-US" sz="15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Live GC pause histograms at /actuator/prometheus</a:t>
            </a:r>
            <a:endParaRPr lang="en-US" sz="15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Generate GC pressure — watch metrics AND traces simultaneously</a:t>
            </a:r>
            <a:endParaRPr lang="en-US" sz="15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G1GC vs Generational ZGC side-by-side pause comparison</a:t>
            </a:r>
            <a:endParaRPr lang="en-US" sz="15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Virtual threads: 500 concurrent tasks, minimal platform thread count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cd demo-02-gc-monitoring &amp;&amp; ./demo.sh  # starts podman-compose stack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29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DEMO 03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AppCDS Startup Acceleration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11055096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Spring Boot baseline: ~4–8s (much higher than build-time frameworks)</a:t>
            </a:r>
            <a:endParaRPr lang="en-US" sz="15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3-stage UBI build: builder → CDS trainer → runtime</a:t>
            </a:r>
            <a:endParaRPr lang="en-US" sz="15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spring.context.exit=onRefresh captures full class list</a:t>
            </a:r>
            <a:endParaRPr lang="en-US" sz="15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Spring Boot + AppCDS: ~2–4s (35–55% reduction)</a:t>
            </a:r>
            <a:endParaRPr lang="en-US" sz="15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Progression: AppCDS (JDK 21) → Leyden (JDK 25)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cd demo-03-appcds &amp;&amp; ./demo.sh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30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TAKEAWAYS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11055096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Always enable UseContainerSupport + MaxRAMPercentage — hardcoded -Xmx is a container anti-pattern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Right-size first, then tune — measure RSS + off-heap before setting requests/limits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Match GC to workload — G1GC general, ZGC/Shenandoah for latency-sensitive APIs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Spring Boot + AppCDS = 35–55% faster startup — 3-stage Dockerfile, zero code changes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Observe before you tune — JFR + Cryostat + Actuator/Prometheus validates every change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Autoscale on RPS not CPU — GC pauses lie to HPA. Enable virtual threads.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Quantify savings — track cost per namespace to show business value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31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RESOURCES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Resources &amp; Q&amp;A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11055096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📗 Optimizing Cloud Native Java — Benjamin Evans et al. · O'Reilly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📗 SRE with Java Microservices — Jonathan Schneider · O'Reilly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🔗 Demo Repo: github.com/patterncatalyst/spring-boot-optimization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Spring Boot Docs: docs.spring.io/spring-boot/reference/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Grafana JVM Dashboard: grafana.com/grafana/dashboards/4701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Virtual Threads: docs.spring.io/spring-boot/reference/features/threading.html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JVM Tuning: access.redhat.com/articles/2988411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B1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Project Leyden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JVM AOT Cache — JDK 25 LTS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33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LEYDEN · TIMELINE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Project Leyden — JVM AOT Cache</a:t>
            </a:r>
            <a:endParaRPr lang="en-US" sz="30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55096" cy="4434840"/>
        </p:xfrm>
        <a:graphic>
          <a:graphicData uri="http://schemas.openxmlformats.org/drawingml/2006/table">
            <a:tbl>
              <a:tblPr/>
              <a:tblGrid>
                <a:gridCol w="1097280"/>
                <a:gridCol w="1828800"/>
                <a:gridCol w="8129016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JDK 24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JEP 483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AOT class loading &amp; linking — ~40% startup reduction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066CC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JDK 25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JEP 514+515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Ergonomics + JIT method profiles — ~40–55% startup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JDK 26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JEP 516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ZGC support — no longer have to choose between Leyden and ZGC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E000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Future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—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Pre-compiled native code in cache — instant peak performance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66928" y="5166360"/>
            <a:ext cx="11055096" cy="731520"/>
          </a:xfrm>
          <a:prstGeom prst="rect">
            <a:avLst/>
          </a:prstGeom>
          <a:solidFill>
            <a:srgbClr val="FFF7E6"/>
          </a:solidFill>
          <a:ln w="12700">
            <a:solidFill>
              <a:srgbClr val="B36B00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566928" y="5166360"/>
            <a:ext cx="54864" cy="731520"/>
          </a:xfrm>
          <a:prstGeom prst="rect">
            <a:avLst/>
          </a:prstGeom>
          <a:solidFill>
            <a:srgbClr val="B36B00"/>
          </a:solidFill>
          <a:ln w="12700">
            <a:solidFill>
              <a:srgbClr val="B36B00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5202936"/>
            <a:ext cx="1078077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B36B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⚡  PERFORMANCE</a:t>
            </a:r>
            <a:endParaRPr lang="en-US" sz="10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Spring Boot 4.0.5: Requires explicit -XX:AOTMode steps — no single-property shortcut. See Demo 04.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34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LEYDEN · WORKFLOW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7223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Spring Boot + Leyden — 3-Stage Dockerfile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882128" y="969264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Dockerfile · JDK 25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1055096" cy="42519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83080"/>
            <a:ext cx="10689336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Stage 1: Build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FROM eclipse-temurin:25 AS compiler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COPY pom.xml . &amp;&amp; COPY src ./src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RUN ./mvnw package -DskipTests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Stage 2: Train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FROM eclipse-temurin:25 AS trainer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COPY --from=compiler /build/target/*.jar app.jar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RUN java -XX:AOTMode=record \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  -XX:AOTConfiguration=app.aotconf \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  -jar app.jar &amp; sleep 15 &amp;&amp; kill $!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RUN java -XX:AOTMode=create \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  -XX:AOTConfiguration=app.aotconf \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  -XX:AOTCache=app.aot -jar app.jar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Stage 3: Runtime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FROM eclipse-temurin:25-jre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COPY --from=trainer /app.jar /app.aot ./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ENTRYPOINT ["java", "-XX:AOTCache=app.aot", "-jar", "app.jar"]
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~40–55% startup reduction. The more classes your app loads, the bigger the win.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35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DEMO 04 · JDK 25 LTS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Spring Boot + Project Leyden AOT Cache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11055096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3-stage build: compile → train (record + create) → runtime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Explicit -XX:AOTMode=record + -XX:AOTMode=create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Output: app.aot alongside app.jar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~40–55% startup reduction beyond AppCDS baseline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cd demo-04-leyden &amp;&amp; ./demo.sh  # JDK 25 required (in container)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B2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gRPC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REST vs gRPC inside the cluster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37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gRPC · COMPARISON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REST vs gRPC — Inside the Cluster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548640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❌ REST / JSON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HTTP/1.1 (or 2)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JSON text (~400 bytes)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New connection per request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curl friendly, browser native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19088" y="1691640"/>
            <a:ext cx="548640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✅ gRPC / Protobuf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HTTP/2 always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Binary Protobuf (~40 bytes)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Multiplexed, persistent connections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Built-in streaming (4 modes)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66928" y="5166360"/>
            <a:ext cx="11055096" cy="731520"/>
          </a:xfrm>
          <a:prstGeom prst="rect">
            <a:avLst/>
          </a:prstGeom>
          <a:solidFill>
            <a:srgbClr val="FFF7E6"/>
          </a:solidFill>
          <a:ln w="12700">
            <a:solidFill>
              <a:srgbClr val="B36B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5166360"/>
            <a:ext cx="54864" cy="731520"/>
          </a:xfrm>
          <a:prstGeom prst="rect">
            <a:avLst/>
          </a:prstGeom>
          <a:solidFill>
            <a:srgbClr val="B36B00"/>
          </a:solidFill>
          <a:ln w="12700">
            <a:solidFill>
              <a:srgbClr val="B36B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9808" y="5202936"/>
            <a:ext cx="1078077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B36B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⚡  PERFORMANCE</a:t>
            </a:r>
            <a:endParaRPr lang="en-US" sz="10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Localhost caveat: gRPC unary is SLOWER than REST on localhost — network cost is zero. gRPC wins streaming and high concurrency (c=500).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38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gRPC · SPRING BOOT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7223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spring-grpc-spring-boot-starter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882128" y="969264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java · properties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1055096" cy="42519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83080"/>
            <a:ext cx="10689336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@GrpcService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public class MetricsGrpcService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  extends MetricsServiceGrpc.MetricsServiceImplBase {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@Override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public void getJvmMetrics(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    MetricsRequest request,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    StreamObserver&lt;JvmMetrics&gt; observer) {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  JvmMetrics metrics = JvmMetrics.newBuilder()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    .setHeapUsed(runtime.totalMemory() - runtime.freeMemory())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    .setHeapMax(runtime.maxMemory()).build();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  observer.onNext(metrics);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  observer.onCompleted();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}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}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application.properties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spring.grpc.server.port=9000
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New in Spring Boot 4.0. One dependency, one annotation.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39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DEMO 05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REST vs gRPC Performance Comparison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11055096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Spring Boot 4.0.5 + spring-grpc-spring-boot-starter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REST endpoint on :8080, gRPC on :9000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hey for HTTP load test, ghz for gRPC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Unary, server-streaming, and concurrent comparisons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Protobuf wire size vs JSON wire size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cd demo-05-grpc &amp;&amp; ./demo.sh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B3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Low Latency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G1GC vs ZGC — side by side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41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LOW LATENCY · GC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Why the JVM Breaks Latency SLAs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548640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❌ G1GC — Default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Young GC pause: 10–200ms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Mixed GC pause: 50–500ms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Full GC (worst): 1–10s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Pauses SCALE with heap size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19088" y="1691640"/>
            <a:ext cx="548640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✅ ZGC Generational — JDK 21+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All pauses: &lt;1ms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Scales with thread count, not heap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Load barrier overhead: ~5-15%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Smooth CPU profile → no HPA thrash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42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DEMO 06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Low-Latency G1GC vs ZGC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11055096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Spring Boot 4.0.5 + Actuator + Prometheus + Grafana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Same app, two containers: G1GC on :8080, ZGC on :8081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Generate allocation pressure with /pressure?mb=50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Side-by-side GC pause histograms in Grafana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G1GC: 50–500ms pauses vs ZGC: &lt;1ms pauses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cd demo-06-latency &amp;&amp; ./demo.sh  # starts podman-compose stack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B4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Right-Sizing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Cost Analysis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$80K/year from one cluster, one afternoon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44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RIGHT-SIZING · COST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Cost Impact Analysis &amp; Business Case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55096" cy="4434840"/>
        </p:xfrm>
        <a:graphic>
          <a:graphicData uri="http://schemas.openxmlformats.org/drawingml/2006/table">
            <a:tbl>
              <a:tblPr/>
              <a:tblGrid>
                <a:gridCol w="1280160"/>
                <a:gridCol w="2011680"/>
                <a:gridCol w="7763256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7AE6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$80,640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Annual saving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2 nodes × $0.384/hr × 8,760 hrs — this cluster alone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7AE6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17×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ROI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$6,720 saving for ~$400 engineering time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7AE6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+67%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Pod density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4 nodes → 2 nodes. Same app, same functionality.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7AE60"/>
                          </a:solidFill>
                          <a:latin typeface="Red Hat Mono" pitchFamily="34" charset="0"/>
                          <a:ea typeface="Red Hat Mono" pitchFamily="34" charset="-122"/>
                          <a:cs typeface="Red Hat Mono" pitchFamily="34" charset="-120"/>
                        </a:rPr>
                        <a:t>10×</a:t>
                      </a:r>
                      <a:endParaRPr lang="en-US" sz="1500" dirty="0">
                        <a:latin typeface="Red Hat Mono" charset="0"/>
                        <a:ea typeface="Red Hat Mono" charset="0"/>
                        <a:cs typeface="Red Hat Mon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5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At scale</a:t>
                      </a:r>
                      <a:endParaRPr lang="en-US" sz="14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Red Hat Text" pitchFamily="34" charset="0"/>
                          <a:ea typeface="Red Hat Text" pitchFamily="34" charset="-122"/>
                          <a:cs typeface="Red Hat Text" pitchFamily="34" charset="-120"/>
                        </a:rPr>
                        <a:t>10 clusters = $67,200/year. OpenShift Cost Management tracks it.</a:t>
                      </a:r>
                      <a:endParaRPr lang="en-US" sz="1300" dirty="0">
                        <a:latin typeface="Red Hat Text" charset="0"/>
                        <a:ea typeface="Red Hat Text" charset="0"/>
                        <a:cs typeface="Red Hat Tex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45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DEMO 07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Right-Sizing &amp; Cost Analysis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11055096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Python analysis script — no containers needed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7 workloads analyzed: API gateways, batch processors, event consumers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Before: 4 nodes · After: 2 nodes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+67% pod density · $6,720/month saving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Generates recommendations with confidence intervals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cd demo-07-rightsizing &amp;&amp; python3 analyze.py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B5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Project Panama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The end of JNI — Arena-managed native memory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47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PANAMA · FFM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Project Panama — The End of JNI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548640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❌ JNI (1996)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Write Java + C header + C wrapper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Compile C per platform/arch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Manual native memory — leaks kill JVM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JNI crash = no Java stack trace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19088" y="1691640"/>
            <a:ext cx="548640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✅ Panama FFM (JDK 22 — finalized)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Arena-managed memory (try-with-resources)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MethodHandle + Linker replaces javah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Zero leaks by construction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Java-native stack traces preserved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48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PANAMA · SPRING BOOT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7223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Spring Boot + Panama FFM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882128" y="969264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java · Dockerfile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1055096" cy="42519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83080"/>
            <a:ext cx="10689336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@RestController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@RequestMapping("/panama")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public class PanamaController {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private final MethodHandle computeP99;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@GetMapping("/stats")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public Map&lt;String, Object&gt; stats() {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  try (Arena arena = Arena.ofConfined()) {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    MemorySegment result = arena.allocate(JAVA_DOUBLE);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    computeP99.invoke(data, len, result);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    return Map.of("p99", result.get(JAVA_DOUBLE, 0));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  }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}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}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// 3-Stage: UBI9 C++ → Temurin 25 Java → Temurin 25 JRE
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Panama FFM code is pure JDK API — Spring Boot just wraps it via REST.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49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DEMO 08 · JDK 25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Project Panama FFM — Native C++ Interop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11055096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Spring Boot 4.0.5 + JDK 25 + Panama FFM API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C++20 native library for statistics (P99, standard deviation)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3-stage build: UBI9 C++ → Temurin 25 Java → Temurin 25 JRE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Arena-managed native memory — zero leak by construction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REST endpoints expose native computation results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cd demo-08-panama &amp;&amp; ./demo.sh</a:t>
            </a:r>
            <a:endParaRPr lang="en-US" sz="13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B6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AI Inference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LangChain4j + ONNX on the JVM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51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AI · ONNX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7223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LangChain4j + ONNX — AI on the JVM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882128" y="969264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java · Spring Boot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1055096" cy="42519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83080"/>
            <a:ext cx="10689336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@Configuration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public class EmbeddingModelConfig {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@Bean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public EmbeddingModel embeddingModel() {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  return new OnnxEmbeddingModel(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    "all-MiniLM-L6-v2.onnx", "tokenizer.json");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}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}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@RestController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@RequestMapping("/onnx")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public class OnnxController {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@Autowired EmbeddingModel embeddingModel;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@PostMapping("/embed")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public float[] embed(@RequestBody String text) {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  return embeddingModel.embed(text).content().vector();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  }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E6E6E6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}
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No Python sidecar. Single deployment unit. CPU inference — no GPU required.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52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DEMO 09 · JDK 25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AI Inference — LangChain4j + ONNX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11055096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Spring Boot 4.0.5 + LangChain4j 0.36.2 + ONNX Runtime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MiniLM-L6-v2 embedding model (bundled in Maven dependency)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REST API: /embed, /similarity, /benchmark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CPU-only inference — no GPU required</a:t>
            </a:r>
            <a:endParaRPr lang="en-US" sz="16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Memory-aware container sizing with ONNX model overhead (~100MB native)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cd demo-09-onnx &amp;&amp; ./demo.sh</a:t>
            </a:r>
            <a:endParaRPr lang="en-US" sz="13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B7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Project Valhalla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Closing the 30-year gap — value classes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54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VALHALLA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Project Valhalla — Value Types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548640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Today — record Point(double x, double y)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Heap object — 8-byte header per element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GC-tracked — every allocation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Pointer indirection on access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19088" y="1691640"/>
            <a:ext cx="548640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Valhalla — value class Point { double x, y; }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Stored inline — no header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x0,y0,x1,y1 densely packed</a:t>
            </a:r>
            <a:endParaRPr lang="en-US" sz="15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GC never sees it — zero GC pressure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" y="3840480"/>
            <a:ext cx="11055096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lvl="1" marL="203200" indent="-101600">
              <a:lnSpc>
                <a:spcPct val="115000"/>
              </a:lnSpc>
              <a:spcAft>
                <a:spcPts val="400"/>
              </a:spcAft>
              <a:buSzPct val="100000"/>
              <a:buChar char="◦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📉 Memory: List&lt;double&gt;: 1× vs List&lt;Double&gt;: 3×. Pod requests cut up to 50%.</a:t>
            </a:r>
            <a:endParaRPr lang="en-US" sz="1300" dirty="0"/>
          </a:p>
          <a:p>
            <a:pPr algn="l" lvl="1" marL="203200" indent="-101600">
              <a:lnSpc>
                <a:spcPct val="115000"/>
              </a:lnSpc>
              <a:spcAft>
                <a:spcPts val="400"/>
              </a:spcAft>
              <a:buSzPct val="100000"/>
              <a:buChar char="◦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♻️ GC Pressure: Zero heap allocation, zero GC tracking. HPA stays quiet.</a:t>
            </a:r>
            <a:endParaRPr lang="en-US" sz="1300" dirty="0"/>
          </a:p>
          <a:p>
            <a:pPr algn="l" lvl="1" marL="203200" indent="-101600">
              <a:lnSpc>
                <a:spcPct val="115000"/>
              </a:lnSpc>
              <a:spcAft>
                <a:spcPts val="400"/>
              </a:spcAft>
              <a:buSzPct val="100000"/>
              <a:buChar char="◦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⚡ Cache Performance: Sequential memory. L1/L2 cache-friendly. SIMD-friendly.</a:t>
            </a:r>
            <a:endParaRPr lang="en-US" sz="1300" dirty="0"/>
          </a:p>
          <a:p>
            <a:pPr algn="l" lvl="1" marL="203200" indent="-101600">
              <a:lnSpc>
                <a:spcPct val="115000"/>
              </a:lnSpc>
              <a:spcAft>
                <a:spcPts val="400"/>
              </a:spcAft>
              <a:buSzPct val="100000"/>
              <a:buChar char="◦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📅 Timeline: Preview JDK 25+. Universal generics after primitive classes. Stable ~JDK 27-29.</a:t>
            </a:r>
            <a:endParaRPr lang="en-US" sz="13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B8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Anti-Patterns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&amp; Remediation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Common JVM anti-patterns on Kubernetes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56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ANTI-PATTERNS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Common JVM Anti-Patterns on Kubernetes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548640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🧠 Memory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❌ Hardcoded -Xmx/-Xms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❌ MaxRAMPercentage=90 — starves off-heap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❌ No -XX:MaxMetaspaceSize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⚙️ GC &amp; CPU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❌ Default ParallelGCThreads on large node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❌ CPU-based HPA with Java workloads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❌ minReplicas: 1 in HPA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19088" y="1691640"/>
            <a:ext cx="548640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🚀 Startup / CDS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❌ No spring.context.exit=onRefresh in training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❌ Missing -Xshare:on at runtime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❌ No AppCDS despite 4-8s startup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👁 Observability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❌ No GC pause histogram configured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❌ Missing Actuator Prometheus endpoint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❌ Tuning JVM flags without baseline</a:t>
            </a:r>
            <a:endParaRPr lang="en-US" sz="13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57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REMEDIATION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Anti-Pattern Fixes — All Configuration, Zero Code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548640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✅ Memory Fixes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→ UseContainerSupport + MaxRAMPercentage=75.0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→ Use 75%, not 90% — reserve 25% for off-heap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→ Add -XX:MaxMetaspaceSize=256m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✅ GC &amp; CPU Fixes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→ -XX:ParallelGCThreads=N (= CPU request)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→ HPA on RPS, not CPU (KEDA or Prometheus Adapter)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→ minReplicas: 2 minimum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19088" y="1691640"/>
            <a:ext cx="548640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✅ Startup / CDS Fixes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→ spring.context.exit=onRefresh for training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→ -Xshare:on in ENTRYPOINT (fail if archive missing)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→ Pin JDK minor version in Dockerfile FROM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✅ Observability Fixes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→ percentiles-histogram.jvm.gc.pause=true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→ management.endpoints.web.exposure.include=prometheus</a:t>
            </a:r>
            <a:endParaRPr lang="en-US" sz="13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→ Baseline first. Change one flag. Measure again.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Red Hat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Taming the JVM: Optimizing Spring Boot Workloads on OpenShift &amp; Kubernetes</dc:title>
  <dc:subject>PptxGenJS Presentation</dc:subject>
  <dc:creator>Robert Sedor</dc:creator>
  <cp:lastModifiedBy>Robert Sedor</cp:lastModifiedBy>
  <cp:revision>1</cp:revision>
  <dcterms:created xsi:type="dcterms:W3CDTF">2026-07-04T14:09:29Z</dcterms:created>
  <dcterms:modified xsi:type="dcterms:W3CDTF">2026-07-04T14:09:29Z</dcterms:modified>
</cp:coreProperties>
</file>